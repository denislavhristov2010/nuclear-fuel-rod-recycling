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.fntdata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742becaa0b6976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742becaa0b6976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742becaa0b6976f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742becaa0b6976f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742becaa0b6976f0_0_1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742becaa0b6976f0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6377fcc1cbb1ed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6377fcc1cbb1ed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377fcc1cbb1edc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6377fcc1cbb1edc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580C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4347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638475" y="3638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image-removebg-preview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3599999">
            <a:off x="3425001" y="-1209601"/>
            <a:ext cx="3530800" cy="90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0" y="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0" y="1449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0" y="2898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638475" y="740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1638475" y="2189013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1638475" y="-70897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46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b="1" lang="bg" sz="46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имулация на преработване на тепловъделящи сглобки</a:t>
            </a:r>
            <a:endParaRPr b="1" sz="46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11700" y="2797175"/>
            <a:ext cx="8520600" cy="79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От отбор “Джонката-GPT”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580C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0" y="4347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1638475" y="3638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 title="image-removebg-preview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3599999">
            <a:off x="3425001" y="-1209601"/>
            <a:ext cx="3530800" cy="90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0" y="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0" y="1449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0" y="2898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1638475" y="740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1638475" y="2189013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1638475" y="-70897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50" y="329100"/>
            <a:ext cx="9144000" cy="939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Проблеми със трупане вместо преработване и причините за това.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11700" y="1441875"/>
            <a:ext cx="3427200" cy="4347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311700" y="1441875"/>
            <a:ext cx="3427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Загуба на ценна енергия.</a:t>
            </a:r>
            <a:endParaRPr sz="1800"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2173925"/>
            <a:ext cx="4332900" cy="4347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311700" y="2173925"/>
            <a:ext cx="53835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Екологични и времеви проблеми.</a:t>
            </a:r>
            <a:endParaRPr sz="1800"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311700" y="3065400"/>
            <a:ext cx="4659000" cy="4347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311700" y="3065400"/>
            <a:ext cx="53835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Политически и Финансов проблем.</a:t>
            </a:r>
            <a:endParaRPr sz="1800"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253600" y="3956875"/>
            <a:ext cx="3680700" cy="4347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311700" y="3956875"/>
            <a:ext cx="53835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Защо просто го държат? </a:t>
            </a:r>
            <a:endParaRPr sz="1800"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580C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0" y="4347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1638475" y="3638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5" title="image-removebg-preview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3599999">
            <a:off x="3425001" y="-1209601"/>
            <a:ext cx="3530800" cy="90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0" y="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0" y="1449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0" y="2898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1638475" y="740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1638475" y="2189013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1638475" y="-70897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Методи за преработка: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11700" y="1441875"/>
            <a:ext cx="3427200" cy="4347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380850" y="1425763"/>
            <a:ext cx="3398100" cy="3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0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PUREX метод:</a:t>
            </a:r>
            <a:endParaRPr sz="2000"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564975" y="1441875"/>
            <a:ext cx="3427200" cy="4347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536025" y="1425763"/>
            <a:ext cx="3608100" cy="3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000">
                <a:solidFill>
                  <a:srgbClr val="F3F3F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Pyroprocessing метод:</a:t>
            </a:r>
            <a:endParaRPr sz="2000">
              <a:solidFill>
                <a:srgbClr val="F3F3F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311700" y="2134250"/>
            <a:ext cx="3934200" cy="6843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311700" y="1797063"/>
            <a:ext cx="41154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Големи количества киселини и органични разтворители.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311700" y="3076225"/>
            <a:ext cx="3536400" cy="6522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37350" y="2789950"/>
            <a:ext cx="34851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Произвежда хиляди литри течни отпадъци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11700" y="3986100"/>
            <a:ext cx="3608100" cy="4347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11700" y="3709275"/>
            <a:ext cx="34851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Риск от пролиферация.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536025" y="2097525"/>
            <a:ext cx="3427200" cy="8334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597525" y="1885450"/>
            <a:ext cx="34851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Работи със стопена сол и електричество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536025" y="3125675"/>
            <a:ext cx="3427200" cy="6522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597525" y="2789950"/>
            <a:ext cx="34851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Произвежда твърди отпадъци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564975" y="4007175"/>
            <a:ext cx="3427200" cy="6843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597525" y="3709275"/>
            <a:ext cx="34851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Произвежда смесен метал от ядрено гориво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580C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4347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1638475" y="3638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6" title="image-removebg-preview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3599999">
            <a:off x="3425001" y="-1209601"/>
            <a:ext cx="3530800" cy="90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0" y="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0" y="1449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0" y="2898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1638475" y="740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638475" y="2189013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1638475" y="-70897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Демо: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580C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0" y="4347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1638475" y="3638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7" title="image-removebg-preview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3599999">
            <a:off x="3425001" y="-1209601"/>
            <a:ext cx="3530800" cy="90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0" y="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0" y="1449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0" y="2898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1638475" y="740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1638475" y="2189013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1638475" y="-70897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Бъдещи подобрения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11700" y="1404425"/>
            <a:ext cx="5847300" cy="8334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382600" y="1204225"/>
            <a:ext cx="58473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Да се контролират количества на материали в процесите.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93250" y="2796550"/>
            <a:ext cx="6119100" cy="896400"/>
          </a:xfrm>
          <a:prstGeom prst="roundRect">
            <a:avLst>
              <a:gd fmla="val 16667" name="adj"/>
            </a:avLst>
          </a:prstGeom>
          <a:solidFill>
            <a:srgbClr val="436F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11700" y="2624525"/>
            <a:ext cx="6653700" cy="9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Да се моделира пълен завод за преработване на тепловъделящите сглобки</a:t>
            </a:r>
            <a:endParaRPr sz="18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580C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4347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1638475" y="3638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8" title="image-removebg-preview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3599999">
            <a:off x="3425001" y="-1209601"/>
            <a:ext cx="3530800" cy="90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0" y="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0" y="1449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0" y="2898000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1638475" y="74002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1638475" y="2189013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1638475" y="-708975"/>
            <a:ext cx="2354700" cy="1449000"/>
          </a:xfrm>
          <a:prstGeom prst="snip2Diag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658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rgbClr val="F3F3F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Въпроси:</a:t>
            </a:r>
            <a:endParaRPr>
              <a:solidFill>
                <a:srgbClr val="F3F3F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